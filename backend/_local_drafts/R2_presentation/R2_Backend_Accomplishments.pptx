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BACKEND — MAJOR ACCOMPLISHMENTS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R1 — ICS 613 Group 3 · Neighborhood Tool Sharing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6400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Reservation Lifecycle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endpoints — Request→Approve→Pickup→Return.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 EXCLUDE constraint prevents double-booking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DB level. All state transitions enforced.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496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user stories (US29-34): violation tracking,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suspend/reactivate, audit log, moderation reports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CSV export. Full admin visibility.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Categories + Reports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hardcoded 5-category enum with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admin-managed model. Member reporting system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(US26-27): flag → review → auto-deactivate.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337 Tests · Zero Failures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4297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acceptance suite covering all 34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stories. 5 stale xfails removed (bugs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fixed). TypeScript compiles clean.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Ivan Wu · BE Lead · ICS 613 Group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 Backend Major Accomplishments</dc:title>
  <dc:subject>PptxGenJS Presentation</dc:subject>
  <dc:creator>Ivan Wu — BE Lead</dc:creator>
  <cp:lastModifiedBy>Ivan Wu — BE Lead</cp:lastModifiedBy>
  <cp:revision>1</cp:revision>
  <dcterms:created xsi:type="dcterms:W3CDTF">2026-07-22T23:25:29Z</dcterms:created>
  <dcterms:modified xsi:type="dcterms:W3CDTF">2026-07-22T23:25:29Z</dcterms:modified>
</cp:coreProperties>
</file>